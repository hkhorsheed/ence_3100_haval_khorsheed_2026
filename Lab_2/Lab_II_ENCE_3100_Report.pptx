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09f275df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09f275df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09f275df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09f275df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09f275dfe0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09f275dfe0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9bbd12c7932af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9bbd12c7932af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9bbd12c7932afd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9bbd12c7932afd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ed1dec0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bed1dec0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bed1dec0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bed1dec0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9bbd12c7932afd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9bbd12c7932afd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bed1dec0b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bed1dec0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9bbd12c7932afd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9bbd12c7932afd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9bbd12c7932afd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9bbd12c7932afd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bed1dec0b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bed1dec0b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ed1dec0b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bed1dec0b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bed1dec0b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bed1dec0b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I – 7-Segment Decoder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6000" y="1017725"/>
            <a:ext cx="285199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II – Binary-to-Decimal Converter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60342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3152" y="1259425"/>
            <a:ext cx="4083371" cy="3642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325" y="661263"/>
            <a:ext cx="728532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88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III – 4-Bit Ripple-Carry Adder</a:t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863" y="1124075"/>
            <a:ext cx="829627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675" y="371475"/>
            <a:ext cx="3162300" cy="440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8050" y="495300"/>
            <a:ext cx="2943225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188" y="0"/>
            <a:ext cx="38576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IV – One-Digit BCD Adder</a:t>
            </a:r>
            <a:endParaRPr/>
          </a:p>
        </p:txBody>
      </p:sp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71547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31675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75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2227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V – Two-Digit BCD Adder</a:t>
            </a:r>
            <a:endParaRPr/>
          </a:p>
        </p:txBody>
      </p:sp>
      <p:pic>
        <p:nvPicPr>
          <p:cNvPr id="118" name="Google Shape;11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266156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019550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4350" y="152400"/>
            <a:ext cx="381775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88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RTL Viewer</a:t>
            </a:r>
            <a:endParaRPr/>
          </a:p>
        </p:txBody>
      </p:sp>
      <p:pic>
        <p:nvPicPr>
          <p:cNvPr id="135" name="Google Shape;1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426" y="0"/>
            <a:ext cx="47952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