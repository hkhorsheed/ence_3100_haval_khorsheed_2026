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0"/>
  </p:normalViewPr>
  <p:slideViewPr>
    <p:cSldViewPr snapToGrid="0">
      <p:cViewPr varScale="1">
        <p:scale>
          <a:sx n="145" d="100"/>
          <a:sy n="145" d="100"/>
        </p:scale>
        <p:origin x="70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409f275dfe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409f275dfe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409f275df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409f275dfe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409f275dfe0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409f275dfe0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9bbd12c7932afd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9bbd12c7932afd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h9bbd12c7932afd5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h9bbd12c7932afd5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fbed1dec0b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fbed1dec0b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bed1dec0b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fbed1dec0b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h9bbd12c7932afd5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h9bbd12c7932afd5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bed1dec0b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fbed1dec0b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9bbd12c7932afd5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h9bbd12c7932afd5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9bbd12c7932afd5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h9bbd12c7932afd5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bed1dec0b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bed1dec0b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bed1dec0b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fbed1dec0b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fbed1dec0b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fbed1dec0b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 II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 I – 7-Segment Decoder</a:t>
            </a:r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46000" y="1017725"/>
            <a:ext cx="2851997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 II – Binary-to-Decimal Converter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603427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93152" y="1259425"/>
            <a:ext cx="4083371" cy="364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9325" y="661263"/>
            <a:ext cx="728532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7488" y="152400"/>
            <a:ext cx="3629027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 III – 4-Bit Ripple-Carry Adder</a:t>
            </a:r>
            <a:endParaRPr/>
          </a:p>
        </p:txBody>
      </p:sp>
      <p:pic>
        <p:nvPicPr>
          <p:cNvPr id="84" name="Google Shape;8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863" y="1124075"/>
            <a:ext cx="8296275" cy="362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2675" y="371475"/>
            <a:ext cx="3162300" cy="440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78050" y="495300"/>
            <a:ext cx="2943225" cy="415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3188" y="0"/>
            <a:ext cx="38576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 IV – One-Digit BCD Adder</a:t>
            </a:r>
            <a:endParaRPr/>
          </a:p>
        </p:txBody>
      </p:sp>
      <p:pic>
        <p:nvPicPr>
          <p:cNvPr id="101" name="Google Shape;10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715478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316755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7675" y="152400"/>
            <a:ext cx="3629027" cy="4838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72227" y="152400"/>
            <a:ext cx="3629027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 V – Two-Digit BCD Adder</a:t>
            </a:r>
            <a:endParaRPr/>
          </a:p>
        </p:txBody>
      </p:sp>
      <p:pic>
        <p:nvPicPr>
          <p:cNvPr id="118" name="Google Shape;11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5266156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019550" cy="47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4350" y="152400"/>
            <a:ext cx="3817756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7488" y="152400"/>
            <a:ext cx="3629027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RTL Viewer</a:t>
            </a:r>
            <a:endParaRPr/>
          </a:p>
        </p:txBody>
      </p:sp>
      <p:pic>
        <p:nvPicPr>
          <p:cNvPr id="135" name="Google Shape;13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9426" y="0"/>
            <a:ext cx="47952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Macintosh PowerPoint</Application>
  <PresentationFormat>On-screen Show (16:9)</PresentationFormat>
  <Paragraphs>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Simple Light</vt:lpstr>
      <vt:lpstr>LAB II</vt:lpstr>
      <vt:lpstr>Part I – 7-Segment Decoder</vt:lpstr>
      <vt:lpstr>Part II – Binary-to-Decimal Converter</vt:lpstr>
      <vt:lpstr>PowerPoint Presentation</vt:lpstr>
      <vt:lpstr>PowerPoint Presentation</vt:lpstr>
      <vt:lpstr>Part III – 4-Bit Ripple-Carry Adder</vt:lpstr>
      <vt:lpstr>PowerPoint Presentation</vt:lpstr>
      <vt:lpstr>PowerPoint Presentation</vt:lpstr>
      <vt:lpstr>Part IV – One-Digit BCD Adder</vt:lpstr>
      <vt:lpstr>PowerPoint Presentation</vt:lpstr>
      <vt:lpstr>PowerPoint Presentation</vt:lpstr>
      <vt:lpstr>Part V – Two-Digit BCD Adder</vt:lpstr>
      <vt:lpstr>PowerPoint Presentation</vt:lpstr>
      <vt:lpstr>PowerPoint Presentation</vt:lpstr>
      <vt:lpstr>RTL Viewer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Haval Khorsheed</cp:lastModifiedBy>
  <cp:revision>1</cp:revision>
  <dcterms:modified xsi:type="dcterms:W3CDTF">2026-09-23T18:54:15Z</dcterms:modified>
</cp:coreProperties>
</file>